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7c5cff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Dify 企业介绍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9621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377" y="2686050"/>
            <a:ext cx="1238219" cy="2095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635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2714625"/>
            <a:ext cx="1238219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1" i="0" spc="5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31623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Dify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2026 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AUDIENCE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377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全球开发者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77" y="1371600"/>
            <a:ext cx="1828754" cy="1257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05032" y="2114550"/>
            <a:ext cx="533386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万+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180% YoY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2085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企业客户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2085" y="1371600"/>
            <a:ext cx="2971725" cy="1257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12000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5712" y="2114550"/>
            <a:ext cx="361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2085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377" y="9525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为什么选择 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77" y="1352550"/>
            <a:ext cx="6629234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790700"/>
            <a:ext cx="6629234" cy="3790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96087" y="1085850"/>
            <a:ext cx="278123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核心模块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6087" y="1638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6087" y="1695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276" y="1676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905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可视化编排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6087" y="2400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6087" y="2457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276" y="2438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667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工具调用框架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96087" y="3162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6087" y="3219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3276" y="3200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Knowledge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429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RAG 引擎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96087" y="3924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96087" y="3981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276" y="3962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LLMOps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4191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评测与监控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377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77" y="1371600"/>
            <a:ext cx="571485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7763" y="196215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分钟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从模板到上线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6182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支持模型数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6182" y="1371600"/>
            <a:ext cx="1485862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3946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7988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可观测性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7988" y="1371600"/>
            <a:ext cx="1485862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5752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19409" y="1295400"/>
            <a:ext cx="4952876" cy="3314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0" i="1">
                <a:solidFill>
                  <a:srgbClr val="FFFFFF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Dify 创始团队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392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模型延迟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&lt;200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201930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377" y="2409825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成本下降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377" y="4210050"/>
            <a:ext cx="78103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308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554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上线周期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554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1/10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对比传统开发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554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客户留存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54" y="4210050"/>
            <a:ext cx="78103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72485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1166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77" y="1276350"/>
            <a:ext cx="1036294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943100"/>
            <a:ext cx="1036294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BCC4D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数据层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079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377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65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377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377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565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对象存储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377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565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审计日志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6182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能力层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885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182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6182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3371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模型路由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86182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6182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43371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工具调用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86182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86182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43371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知识检索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7988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编排层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43691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57988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7988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176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7988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7988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176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7988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7988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176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Chat 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377" y="9144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GPT-4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42 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Claude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31 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Gemini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18 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6087" y="9525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运行指标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6087" y="1266825"/>
            <a:ext cx="857228" cy="542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187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5216" y="15716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PingFang SC"/>
              </a:rPr>
              <a:t>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1910" y="1533525"/>
            <a:ext cx="16001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API 平均响应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99 分位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420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错误率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0.03%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SLA 99% 达标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10071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377" y="37719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界面预览</a:t>
            </a:r>
          </a:p>
        </p:txBody>
      </p:sp>
      <p:pic>
        <p:nvPicPr>
          <p:cNvPr id="30" name="Picture 29" descr="b0f2e7492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4114800"/>
            <a:ext cx="2781230" cy="146685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10071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6182" y="3848100"/>
            <a:ext cx="6591135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落地案例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6182" y="4286250"/>
            <a:ext cx="6591135" cy="1295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21336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77" y="5410200"/>
            <a:ext cx="1036294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Dify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